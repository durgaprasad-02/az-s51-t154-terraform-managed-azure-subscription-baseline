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362200" y="1009105"/>
            <a:ext cx="7717971" cy="298595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/>
            </a:pPr>
            <a:r>
              <a:rPr lang="en-IN"/>
              <a:t>24CC3046-P052 : Terraform-Managed </a:t>
            </a:r>
            <a:r>
              <a:rPr lang="en-IN" dirty="0"/>
              <a:t>Azure Subscription Baseline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96597" y="4177937"/>
            <a:ext cx="2767148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lang="en-US" dirty="0"/>
              <a:t>TEAM-154:</a:t>
            </a:r>
          </a:p>
          <a:p>
            <a:pPr>
              <a:spcAft>
                <a:spcPts val="1000"/>
              </a:spcAft>
              <a:defRPr sz="1700"/>
            </a:pPr>
            <a:r>
              <a:rPr lang="en-IN" dirty="0"/>
              <a:t>2400031741 -Karthikeya</a:t>
            </a:r>
          </a:p>
          <a:p>
            <a:pPr>
              <a:spcAft>
                <a:spcPts val="1000"/>
              </a:spcAft>
              <a:defRPr sz="1700"/>
            </a:pPr>
            <a:r>
              <a:rPr lang="en-IN" dirty="0"/>
              <a:t>2400032196-Manasa</a:t>
            </a:r>
          </a:p>
          <a:p>
            <a:pPr>
              <a:spcAft>
                <a:spcPts val="1000"/>
              </a:spcAft>
              <a:defRPr sz="1700"/>
            </a:pPr>
            <a:r>
              <a:rPr lang="en-IN" dirty="0"/>
              <a:t>2400033000-Durga prasad</a:t>
            </a:r>
          </a:p>
          <a:p>
            <a:pPr>
              <a:spcAft>
                <a:spcPts val="1000"/>
              </a:spcAft>
              <a:defRPr sz="1700"/>
            </a:pPr>
            <a:r>
              <a:rPr lang="en-IN" dirty="0"/>
              <a:t>2400033031-Pragna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82486"/>
            <a:ext cx="10698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dirty="0"/>
              <a:t>This project aims to implement an Azure subscription baseline using </a:t>
            </a:r>
            <a:r>
              <a:rPr lang="en-IN" b="1" dirty="0"/>
              <a:t>Terraform Infrastructure as Code (</a:t>
            </a:r>
            <a:r>
              <a:rPr lang="en-IN" b="1" dirty="0" err="1"/>
              <a:t>IaC</a:t>
            </a:r>
            <a:r>
              <a:rPr lang="en-IN" b="1" dirty="0"/>
              <a:t>)</a:t>
            </a:r>
            <a:r>
              <a:rPr lang="en-IN" dirty="0"/>
              <a:t>. Instead of manually creating and configuring Azure resources through the portal, Terraform is used to define infrastructure in code and maintain a consistent desired state.</a:t>
            </a:r>
          </a:p>
          <a:p>
            <a:r>
              <a:rPr lang="en-IN" dirty="0"/>
              <a:t>In the initial implementation, we connected Terraform with an Azure for Students subscription, provisioned an Azure Resource Group and Storage Account, and created a custom subscription-level Azure Policy for enforcing the Environment tag through auditing. The project also explores governance, configuration consistency, and future drift detection from manual Azure Portal changes.</a:t>
            </a:r>
          </a:p>
          <a:p>
            <a:endParaRPr lang="en-IN" dirty="0"/>
          </a:p>
          <a:p>
            <a:r>
              <a:rPr lang="en-IN" b="1" dirty="0"/>
              <a:t>Key objectives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Provision Azure resources through Terraform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Define Azure governance policies as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Maintain consistent infrastructure configuration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Detect configuration drift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 manual portal-based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Setup and Azure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Installed and verified Terraform and Azure CLI.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Logged into the Azure for Students subscription using Azure CLI.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Verified the active Azure subscription with </a:t>
            </a:r>
            <a:r>
              <a:rPr dirty="0" err="1"/>
              <a:t>az</a:t>
            </a:r>
            <a:r>
              <a:rPr dirty="0"/>
              <a:t> account show.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Created the project directory: C:\terraform-azure-baseline.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lang="en-IN" dirty="0"/>
              <a:t>Commands Used:</a:t>
            </a:r>
          </a:p>
          <a:p>
            <a:r>
              <a:rPr lang="en-IN" dirty="0"/>
              <a:t>terraform -version</a:t>
            </a:r>
          </a:p>
          <a:p>
            <a:r>
              <a:rPr lang="en-IN" dirty="0" err="1"/>
              <a:t>az</a:t>
            </a:r>
            <a:r>
              <a:rPr lang="en-IN" dirty="0"/>
              <a:t> --version</a:t>
            </a:r>
          </a:p>
          <a:p>
            <a:r>
              <a:rPr lang="en-IN" dirty="0" err="1"/>
              <a:t>az</a:t>
            </a:r>
            <a:r>
              <a:rPr lang="en-IN" dirty="0"/>
              <a:t> login</a:t>
            </a:r>
          </a:p>
          <a:p>
            <a:r>
              <a:rPr lang="en-IN" dirty="0" err="1"/>
              <a:t>az</a:t>
            </a:r>
            <a:r>
              <a:rPr lang="en-IN" dirty="0"/>
              <a:t> account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554480"/>
            <a:ext cx="493776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/>
              <a:t>SCREENSHOT</a:t>
            </a:r>
          </a:p>
          <a:p>
            <a:r>
              <a:rPr dirty="0"/>
              <a:t>terraform -version + </a:t>
            </a:r>
            <a:r>
              <a:rPr dirty="0" err="1"/>
              <a:t>az</a:t>
            </a:r>
            <a:r>
              <a:rPr dirty="0"/>
              <a:t> login + subscription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417320"/>
            <a:ext cx="5074920" cy="39776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6d3b73c-04c2-443f-a9ea-8659074db0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Terraform Initialization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Configured the </a:t>
            </a:r>
            <a:r>
              <a:rPr dirty="0" err="1"/>
              <a:t>AzureRM</a:t>
            </a:r>
            <a:r>
              <a:rPr dirty="0"/>
              <a:t> provider in providers.tf.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Created main.tf, variables.tf and outputs.tf.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Ran terraform </a:t>
            </a:r>
            <a:r>
              <a:rPr dirty="0" err="1"/>
              <a:t>init</a:t>
            </a:r>
            <a:r>
              <a:rPr dirty="0"/>
              <a:t> to download the Azure provider.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Ran terraform validate and confirmed that the configuration was valid.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166360" cy="4297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dd413c3-91c8-4178-b04e-cb11e85ed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80160"/>
            <a:ext cx="4983480" cy="1965960"/>
          </a:xfrm>
          <a:prstGeom prst="rect">
            <a:avLst/>
          </a:prstGeom>
        </p:spPr>
      </p:pic>
      <p:pic>
        <p:nvPicPr>
          <p:cNvPr id="8" name="Picture 7" descr="7a9c4daa-f9ed-4288-908b-7b867eb44b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29000"/>
            <a:ext cx="498348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First Azure Resource — Resource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Defined an </a:t>
            </a:r>
            <a:r>
              <a:rPr dirty="0" err="1"/>
              <a:t>azurerm_resource_group</a:t>
            </a:r>
            <a:r>
              <a:rPr dirty="0"/>
              <a:t> resource in Terraform.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Resource name: </a:t>
            </a:r>
            <a:r>
              <a:rPr dirty="0" err="1"/>
              <a:t>rg</a:t>
            </a:r>
            <a:r>
              <a:rPr dirty="0"/>
              <a:t>-terraform-baseline.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Location was initially configured as Central India.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Applied Terraform and successfully created the Resource Group in Azure.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Added tags: Environment, Project and </a:t>
            </a:r>
            <a:r>
              <a:rPr dirty="0" err="1"/>
              <a:t>ManagedBy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166360" cy="4297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1e1461b-d05c-41bb-bf1b-feb605a62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901" y="1280159"/>
            <a:ext cx="5916158" cy="2333897"/>
          </a:xfrm>
          <a:prstGeom prst="rect">
            <a:avLst/>
          </a:prstGeom>
        </p:spPr>
      </p:pic>
      <p:pic>
        <p:nvPicPr>
          <p:cNvPr id="8" name="Picture 7" descr="260940fa-5917-4ef3-9479-0593a262f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01" y="3614056"/>
            <a:ext cx="5923348" cy="233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Storage Account and Custom Azure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80160"/>
            <a:ext cx="557784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Added a Storage Account inside the Terraform-managed Resource Group.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Storage Account: stterraformbaseline01.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Due to the subscription's allowed-region policy, the Storage Account was deployed in Southeast Asia.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Created a custom subscription-level policy: Require Environment Tag.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Assigned the policy through Terraform and verified the assignment in Azure.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493776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SCREENSHOT</a:t>
            </a:r>
          </a:p>
          <a:p>
            <a:r>
              <a:t>Azure Portal: Resource Group + Storage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3520440"/>
            <a:ext cx="493776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SCREENSHOT</a:t>
            </a:r>
          </a:p>
          <a:p>
            <a:r>
              <a:t>Policy assignment / terraform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  <p:pic>
        <p:nvPicPr>
          <p:cNvPr id="7" name="Picture 6" descr="88249c33-e4e5-4474-86b5-877a20c5b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3444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Implementation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6200" y="1143000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Terraform + Azure CLI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156362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764792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az login → Azure Subscription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386584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Create Terraform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80720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008376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terraform init →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4290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630168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Create Resource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0507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251960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Create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67258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4873752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Create &amp; Assign Azure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29437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5495544"/>
            <a:ext cx="438912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terraform plan → Verify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 Faced and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Challenge: The first Storage Account deployment returned HTTP 403 </a:t>
            </a:r>
            <a:r>
              <a:rPr dirty="0" err="1"/>
              <a:t>RequestDisallowedByAzure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Cause: The Azure for Students subscription has an 'Allowed resource deployment regions' policy.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We inspected the policy using Azure CLI and identified the permitted regions.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Resolution: Changed the Storage Account deployment region to Southeast Asia.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Result: Storage Account creation succeeded.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D67578-3F62-C830-FB8D-D71FAD06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56" y="967813"/>
            <a:ext cx="6063343" cy="3410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Create additional Azure resources such as Virtual Network, Subnet and Key Vault.</a:t>
            </a:r>
          </a:p>
          <a:p>
            <a:pPr>
              <a:spcAft>
                <a:spcPts val="1000"/>
              </a:spcAft>
              <a:defRPr sz="1900"/>
            </a:pPr>
            <a:r>
              <a:t>Add more governance policies such as allowed locations, required tags and security restrictions.</a:t>
            </a:r>
          </a:p>
          <a:p>
            <a:pPr>
              <a:spcAft>
                <a:spcPts val="1000"/>
              </a:spcAft>
              <a:defRPr sz="1900"/>
            </a:pPr>
            <a:r>
              <a:t>Apply policies at appropriate scopes such as subscription and resource group.</a:t>
            </a:r>
          </a:p>
          <a:p>
            <a:pPr>
              <a:spcAft>
                <a:spcPts val="1000"/>
              </a:spcAft>
              <a:defRPr sz="1900"/>
            </a:pPr>
            <a:r>
              <a:t>Verify policy assignments and resource compliance.</a:t>
            </a:r>
          </a:p>
          <a:p>
            <a:pPr>
              <a:spcAft>
                <a:spcPts val="1000"/>
              </a:spcAft>
              <a:defRPr sz="1900"/>
            </a:pPr>
            <a:r>
              <a:t>Combine the resources and policies into a complete Terraform-managed Azure subscription baseline.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5029200"/>
            <a:ext cx="90525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NEXT PHASE</a:t>
            </a:r>
          </a:p>
          <a:p>
            <a:r>
              <a:t>More Resources → More Policies → Assignment → Verification → Complete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Terraform was successfully connected to Azure and used to provision infrastructure through code.</a:t>
            </a:r>
          </a:p>
          <a:p>
            <a:pPr>
              <a:spcAft>
                <a:spcPts val="1000"/>
              </a:spcAft>
              <a:defRPr sz="1900"/>
            </a:pPr>
            <a:r>
              <a:t>We created and verified a Resource Group and Storage Account.</a:t>
            </a:r>
          </a:p>
          <a:p>
            <a:pPr>
              <a:spcAft>
                <a:spcPts val="1000"/>
              </a:spcAft>
              <a:defRPr sz="1900"/>
            </a:pPr>
            <a:r>
              <a:t>We created and assigned a custom Azure governance policy.</a:t>
            </a:r>
          </a:p>
          <a:p>
            <a:pPr>
              <a:spcAft>
                <a:spcPts val="1000"/>
              </a:spcAft>
              <a:defRPr sz="1900"/>
            </a:pPr>
            <a:r>
              <a:t>We also handled a real subscription-level deployment restriction during implementation.</a:t>
            </a:r>
          </a:p>
          <a:p>
            <a:pPr>
              <a:spcAft>
                <a:spcPts val="1000"/>
              </a:spcAft>
              <a:defRPr sz="1900"/>
            </a:pPr>
            <a:r>
              <a:t>The next phase will expand the resource baseline and governance policies.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5029200"/>
            <a:ext cx="9144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Terraform Code → Azure Resources → Governance Policies → Verified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641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Pragna Tumma</cp:lastModifiedBy>
  <cp:revision>4</cp:revision>
  <dcterms:created xsi:type="dcterms:W3CDTF">2013-01-27T09:14:16Z</dcterms:created>
  <dcterms:modified xsi:type="dcterms:W3CDTF">2026-08-25T16:58:17Z</dcterms:modified>
  <cp:category/>
</cp:coreProperties>
</file>